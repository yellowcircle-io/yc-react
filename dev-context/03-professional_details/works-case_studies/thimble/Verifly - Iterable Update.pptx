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Source Sans Pro" panose="020B0503030403020204" pitchFamily="34" charset="0"/>
      <p:regular r:id="rId9"/>
      <p:bold r:id="rId10"/>
      <p:italic r:id="rId11"/>
      <p:boldItalic r:id="rId12"/>
    </p:embeddedFont>
    <p:embeddedFont>
      <p:font typeface="Source Sans Pro Light" panose="020B040303040302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8F3C2E-0246-1A49-A3A8-5A8F6262ABCB}" v="5" dt="2019-02-25T19:03:14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Cooper" userId="36bdeec7-aae4-4c90-9407-8efb2d2a9cb0" providerId="ADAL" clId="{558F3C2E-0246-1A49-A3A8-5A8F6262ABCB}"/>
    <pc:docChg chg="custSel delSld modSld">
      <pc:chgData name="Christopher Cooper" userId="36bdeec7-aae4-4c90-9407-8efb2d2a9cb0" providerId="ADAL" clId="{558F3C2E-0246-1A49-A3A8-5A8F6262ABCB}" dt="2019-02-25T19:02:35.383" v="6" actId="207"/>
      <pc:docMkLst>
        <pc:docMk/>
      </pc:docMkLst>
      <pc:sldChg chg="modSp">
        <pc:chgData name="Christopher Cooper" userId="36bdeec7-aae4-4c90-9407-8efb2d2a9cb0" providerId="ADAL" clId="{558F3C2E-0246-1A49-A3A8-5A8F6262ABCB}" dt="2019-02-25T19:02:35.383" v="6" actId="207"/>
        <pc:sldMkLst>
          <pc:docMk/>
          <pc:sldMk cId="0" sldId="258"/>
        </pc:sldMkLst>
        <pc:spChg chg="mod">
          <ac:chgData name="Christopher Cooper" userId="36bdeec7-aae4-4c90-9407-8efb2d2a9cb0" providerId="ADAL" clId="{558F3C2E-0246-1A49-A3A8-5A8F6262ABCB}" dt="2019-02-25T19:02:35.383" v="6" actId="207"/>
          <ac:spMkLst>
            <pc:docMk/>
            <pc:sldMk cId="0" sldId="258"/>
            <ac:spMk id="148" creationId="{00000000-0000-0000-0000-000000000000}"/>
          </ac:spMkLst>
        </pc:spChg>
      </pc:sldChg>
      <pc:sldChg chg="modSp">
        <pc:chgData name="Christopher Cooper" userId="36bdeec7-aae4-4c90-9407-8efb2d2a9cb0" providerId="ADAL" clId="{558F3C2E-0246-1A49-A3A8-5A8F6262ABCB}" dt="2019-02-25T19:02:24.985" v="5" actId="207"/>
        <pc:sldMkLst>
          <pc:docMk/>
          <pc:sldMk cId="0" sldId="259"/>
        </pc:sldMkLst>
        <pc:spChg chg="mod">
          <ac:chgData name="Christopher Cooper" userId="36bdeec7-aae4-4c90-9407-8efb2d2a9cb0" providerId="ADAL" clId="{558F3C2E-0246-1A49-A3A8-5A8F6262ABCB}" dt="2019-02-25T19:02:24.985" v="5" actId="207"/>
          <ac:spMkLst>
            <pc:docMk/>
            <pc:sldMk cId="0" sldId="259"/>
            <ac:spMk id="163" creationId="{00000000-0000-0000-0000-000000000000}"/>
          </ac:spMkLst>
        </pc:spChg>
      </pc:sldChg>
      <pc:sldChg chg="addSp delSp modSp">
        <pc:chgData name="Christopher Cooper" userId="36bdeec7-aae4-4c90-9407-8efb2d2a9cb0" providerId="ADAL" clId="{558F3C2E-0246-1A49-A3A8-5A8F6262ABCB}" dt="2019-02-25T18:48:07.511" v="3" actId="27614"/>
        <pc:sldMkLst>
          <pc:docMk/>
          <pc:sldMk cId="0" sldId="260"/>
        </pc:sldMkLst>
        <pc:picChg chg="add mod">
          <ac:chgData name="Christopher Cooper" userId="36bdeec7-aae4-4c90-9407-8efb2d2a9cb0" providerId="ADAL" clId="{558F3C2E-0246-1A49-A3A8-5A8F6262ABCB}" dt="2019-02-25T18:48:07.511" v="3" actId="27614"/>
          <ac:picMkLst>
            <pc:docMk/>
            <pc:sldMk cId="0" sldId="260"/>
            <ac:picMk id="3" creationId="{7B39A203-C032-6344-B465-29F9821B0D38}"/>
          </ac:picMkLst>
        </pc:picChg>
        <pc:picChg chg="del">
          <ac:chgData name="Christopher Cooper" userId="36bdeec7-aae4-4c90-9407-8efb2d2a9cb0" providerId="ADAL" clId="{558F3C2E-0246-1A49-A3A8-5A8F6262ABCB}" dt="2019-02-25T18:47:35.330" v="1" actId="478"/>
          <ac:picMkLst>
            <pc:docMk/>
            <pc:sldMk cId="0" sldId="260"/>
            <ac:picMk id="168" creationId="{00000000-0000-0000-0000-000000000000}"/>
          </ac:picMkLst>
        </pc:picChg>
      </pc:sldChg>
      <pc:sldChg chg="del">
        <pc:chgData name="Christopher Cooper" userId="36bdeec7-aae4-4c90-9407-8efb2d2a9cb0" providerId="ADAL" clId="{558F3C2E-0246-1A49-A3A8-5A8F6262ABCB}" dt="2019-02-25T17:25:50.989" v="0" actId="2696"/>
        <pc:sldMkLst>
          <pc:docMk/>
          <pc:sldMk cId="0" sldId="262"/>
        </pc:sldMkLst>
      </pc:sldChg>
    </pc:docChg>
  </pc:docChgLst>
  <pc:docChgLst>
    <pc:chgData name="Christopher Cooper" userId="S::chris@verifly.com::36bdeec7-aae4-4c90-9407-8efb2d2a9cb0" providerId="AD" clId="Web-{3F8758A6-AC51-46C9-BE9F-084F4BB1FCD4}"/>
    <pc:docChg chg="modSld">
      <pc:chgData name="Christopher Cooper" userId="S::chris@verifly.com::36bdeec7-aae4-4c90-9407-8efb2d2a9cb0" providerId="AD" clId="Web-{3F8758A6-AC51-46C9-BE9F-084F4BB1FCD4}" dt="2019-02-25T19:14:42.121" v="0" actId="20577"/>
      <pc:docMkLst>
        <pc:docMk/>
      </pc:docMkLst>
      <pc:sldChg chg="modSp">
        <pc:chgData name="Christopher Cooper" userId="S::chris@verifly.com::36bdeec7-aae4-4c90-9407-8efb2d2a9cb0" providerId="AD" clId="Web-{3F8758A6-AC51-46C9-BE9F-084F4BB1FCD4}" dt="2019-02-25T19:14:42.121" v="0" actId="20577"/>
        <pc:sldMkLst>
          <pc:docMk/>
          <pc:sldMk cId="0" sldId="258"/>
        </pc:sldMkLst>
        <pc:spChg chg="mod">
          <ac:chgData name="Christopher Cooper" userId="S::chris@verifly.com::36bdeec7-aae4-4c90-9407-8efb2d2a9cb0" providerId="AD" clId="Web-{3F8758A6-AC51-46C9-BE9F-084F4BB1FCD4}" dt="2019-02-25T19:14:42.121" v="0" actId="20577"/>
          <ac:spMkLst>
            <pc:docMk/>
            <pc:sldMk cId="0" sldId="258"/>
            <ac:spMk id="1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99f9fd4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2185C"/>
              </a:buClr>
              <a:buSzPts val="800"/>
              <a:buFont typeface="Source Sans Pro Light"/>
              <a:buNone/>
            </a:pPr>
            <a:r>
              <a:rPr lang="en" sz="800">
                <a:solidFill>
                  <a:srgbClr val="02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Follow-up Consulting Sessions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2" name="Google Shape;52;g3d299f9f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eef1d9010_0_4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2185C"/>
              </a:buClr>
              <a:buSzPts val="800"/>
              <a:buFont typeface="Source Sans Pro Light"/>
              <a:buNone/>
            </a:pPr>
            <a:r>
              <a:rPr lang="en" sz="800">
                <a:solidFill>
                  <a:srgbClr val="02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Follow-up Consulting Sessions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8" name="Google Shape;58;g4eef1d9010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efa9a0355_0_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2185C"/>
              </a:buClr>
              <a:buSzPts val="800"/>
              <a:buFont typeface="Source Sans Pro Light"/>
              <a:buNone/>
            </a:pPr>
            <a:r>
              <a:rPr lang="en" sz="800">
                <a:solidFill>
                  <a:srgbClr val="02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Follow-up Consulting Sessions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4" name="Google Shape;144;g4efa9a035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50641ae373_1_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2185C"/>
              </a:buClr>
              <a:buSzPts val="800"/>
              <a:buFont typeface="Source Sans Pro Light"/>
              <a:buNone/>
            </a:pPr>
            <a:r>
              <a:rPr lang="en" sz="800">
                <a:solidFill>
                  <a:srgbClr val="02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Follow-up Consulting Sessions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" name="Google Shape;159;g50641ae373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0641ae373_1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2185C"/>
              </a:buClr>
              <a:buSzPts val="800"/>
              <a:buFont typeface="Source Sans Pro Light"/>
              <a:buNone/>
            </a:pPr>
            <a:r>
              <a:rPr lang="en" sz="800">
                <a:solidFill>
                  <a:srgbClr val="02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Follow-up Consulting Sessions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" name="Google Shape;166;g50641ae373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0641ae373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2185C"/>
              </a:buClr>
              <a:buSzPts val="800"/>
              <a:buFont typeface="Source Sans Pro Light"/>
              <a:buNone/>
            </a:pPr>
            <a:r>
              <a:rPr lang="en" sz="800">
                <a:solidFill>
                  <a:srgbClr val="02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Follow-up Consulting Sessions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g50641ae3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">
  <p:cSld name="One Column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body" idx="1"/>
          </p:nvPr>
        </p:nvSpPr>
        <p:spPr>
          <a:xfrm>
            <a:off x="1084970" y="2007908"/>
            <a:ext cx="99381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A1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8D8D8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084970" y="123753"/>
            <a:ext cx="9938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500"/>
              <a:buFont typeface="Source Sans Pro"/>
              <a:buNone/>
              <a:defRPr sz="4000" b="0" i="0" u="none" strike="noStrike" cap="none">
                <a:solidFill>
                  <a:srgbClr val="00185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1177721" y="1567656"/>
            <a:ext cx="770400" cy="0"/>
          </a:xfrm>
          <a:prstGeom prst="straightConnector1">
            <a:avLst/>
          </a:prstGeom>
          <a:noFill/>
          <a:ln w="38100" cap="flat" cmpd="sng">
            <a:solidFill>
              <a:srgbClr val="FECC0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/>
          <p:nvPr/>
        </p:nvSpPr>
        <p:spPr>
          <a:xfrm>
            <a:off x="10314555" y="6400800"/>
            <a:ext cx="69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200"/>
              <a:buFont typeface="Source Sans Pro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185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‹#›</a:t>
            </a:fld>
            <a:endParaRPr sz="1200" b="0" i="0" u="none" strike="noStrike" cap="none">
              <a:solidFill>
                <a:srgbClr val="00185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3" name="Google Shape;13;p2"/>
          <p:cNvCxnSpPr/>
          <p:nvPr/>
        </p:nvCxnSpPr>
        <p:spPr>
          <a:xfrm>
            <a:off x="1195071" y="6256565"/>
            <a:ext cx="9704400" cy="0"/>
          </a:xfrm>
          <a:prstGeom prst="straightConnector1">
            <a:avLst/>
          </a:prstGeom>
          <a:noFill/>
          <a:ln w="9525" cap="flat" cmpd="sng">
            <a:solidFill>
              <a:srgbClr val="DCDFE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77725" y="6285242"/>
            <a:ext cx="978100" cy="342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- Phone- Light">
  <p:cSld name="2_Content - Phone- Ligh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7745667" y="2007908"/>
            <a:ext cx="38259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A1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8D8D8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84970" y="2303558"/>
            <a:ext cx="477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500"/>
              <a:buFont typeface="Source Sans Pro"/>
              <a:buNone/>
              <a:defRPr sz="4000" b="0" i="0" u="none" strike="noStrike" cap="none">
                <a:solidFill>
                  <a:srgbClr val="32323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1177721" y="3747461"/>
            <a:ext cx="770400" cy="0"/>
          </a:xfrm>
          <a:prstGeom prst="straightConnector1">
            <a:avLst/>
          </a:prstGeom>
          <a:noFill/>
          <a:ln w="38100" cap="flat" cmpd="sng">
            <a:solidFill>
              <a:srgbClr val="FECC0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3"/>
          <p:cNvCxnSpPr/>
          <p:nvPr/>
        </p:nvCxnSpPr>
        <p:spPr>
          <a:xfrm>
            <a:off x="1195071" y="6256565"/>
            <a:ext cx="5369100" cy="0"/>
          </a:xfrm>
          <a:prstGeom prst="straightConnector1">
            <a:avLst/>
          </a:prstGeom>
          <a:noFill/>
          <a:ln w="9525" cap="flat" cmpd="sng">
            <a:solidFill>
              <a:srgbClr val="DCDFE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725" y="6371710"/>
            <a:ext cx="978100" cy="342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1084970" y="123753"/>
            <a:ext cx="9938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500"/>
              <a:buFont typeface="Source Sans Pro"/>
              <a:buNone/>
              <a:defRPr sz="4000" b="0" i="0" u="none" strike="noStrike" cap="none">
                <a:solidFill>
                  <a:srgbClr val="32323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" name="Google Shape;24;p4"/>
          <p:cNvCxnSpPr/>
          <p:nvPr/>
        </p:nvCxnSpPr>
        <p:spPr>
          <a:xfrm>
            <a:off x="1177721" y="1567656"/>
            <a:ext cx="770400" cy="0"/>
          </a:xfrm>
          <a:prstGeom prst="straightConnector1">
            <a:avLst/>
          </a:prstGeom>
          <a:noFill/>
          <a:ln w="38100" cap="flat" cmpd="sng">
            <a:solidFill>
              <a:srgbClr val="FECC0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/>
          <p:nvPr/>
        </p:nvSpPr>
        <p:spPr>
          <a:xfrm>
            <a:off x="10314555" y="6400800"/>
            <a:ext cx="69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200"/>
              <a:buFont typeface="Source Sans Pro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185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‹#›</a:t>
            </a:fld>
            <a:endParaRPr sz="1200" b="0" i="0" u="none" strike="noStrike" cap="none">
              <a:solidFill>
                <a:srgbClr val="00185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6" name="Google Shape;26;p4"/>
          <p:cNvCxnSpPr/>
          <p:nvPr/>
        </p:nvCxnSpPr>
        <p:spPr>
          <a:xfrm>
            <a:off x="1195071" y="6256565"/>
            <a:ext cx="9704400" cy="0"/>
          </a:xfrm>
          <a:prstGeom prst="straightConnector1">
            <a:avLst/>
          </a:prstGeom>
          <a:noFill/>
          <a:ln w="9525" cap="flat" cmpd="sng">
            <a:solidFill>
              <a:srgbClr val="DCDFE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77725" y="6371710"/>
            <a:ext cx="978100" cy="342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084970" y="123753"/>
            <a:ext cx="9938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500"/>
              <a:buFont typeface="Source Sans Pro"/>
              <a:buNone/>
              <a:defRPr sz="4000" b="0" i="0" u="none" strike="noStrike" cap="none">
                <a:solidFill>
                  <a:srgbClr val="32323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/>
          <p:nvPr/>
        </p:nvSpPr>
        <p:spPr>
          <a:xfrm>
            <a:off x="10314555" y="6400800"/>
            <a:ext cx="69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200"/>
              <a:buFont typeface="Source Sans Pro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185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‹#›</a:t>
            </a:fld>
            <a:endParaRPr sz="1200" b="0" i="0" u="none" strike="noStrike" cap="none">
              <a:solidFill>
                <a:srgbClr val="00185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1" name="Google Shape;31;p5"/>
          <p:cNvCxnSpPr/>
          <p:nvPr/>
        </p:nvCxnSpPr>
        <p:spPr>
          <a:xfrm>
            <a:off x="1195071" y="6256565"/>
            <a:ext cx="9704400" cy="0"/>
          </a:xfrm>
          <a:prstGeom prst="straightConnector1">
            <a:avLst/>
          </a:prstGeom>
          <a:noFill/>
          <a:ln w="9525" cap="flat" cmpd="sng">
            <a:solidFill>
              <a:srgbClr val="DCDFE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2" name="Google Shape;3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77725" y="6371710"/>
            <a:ext cx="978100" cy="342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One Column">
  <p:cSld name="1_One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1084970" y="2007908"/>
            <a:ext cx="4773000" cy="3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A1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249900" y="2007908"/>
            <a:ext cx="4773000" cy="3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A12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084970" y="123753"/>
            <a:ext cx="9937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400"/>
              <a:buFont typeface="Source Sans Pro"/>
              <a:buNone/>
              <a:defRPr sz="4000" b="0" i="0" u="none" strike="noStrike" cap="none">
                <a:solidFill>
                  <a:srgbClr val="00185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7" name="Google Shape;37;p6"/>
          <p:cNvCxnSpPr/>
          <p:nvPr/>
        </p:nvCxnSpPr>
        <p:spPr>
          <a:xfrm>
            <a:off x="1177721" y="1567656"/>
            <a:ext cx="770400" cy="0"/>
          </a:xfrm>
          <a:prstGeom prst="straightConnector1">
            <a:avLst/>
          </a:prstGeom>
          <a:noFill/>
          <a:ln w="38100" cap="flat" cmpd="sng">
            <a:solidFill>
              <a:srgbClr val="FAA12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8" name="Google Shape;3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95071" y="6400800"/>
            <a:ext cx="978111" cy="22678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/>
        </p:nvSpPr>
        <p:spPr>
          <a:xfrm>
            <a:off x="10314555" y="6400800"/>
            <a:ext cx="69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200"/>
              <a:buFont typeface="Source Sans Pro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185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‹#›</a:t>
            </a:fld>
            <a:endParaRPr sz="1200" b="0" i="0" u="none" strike="noStrike" cap="none">
              <a:solidFill>
                <a:srgbClr val="00185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40" name="Google Shape;40;p6"/>
          <p:cNvCxnSpPr/>
          <p:nvPr/>
        </p:nvCxnSpPr>
        <p:spPr>
          <a:xfrm>
            <a:off x="1195071" y="6256565"/>
            <a:ext cx="9704400" cy="0"/>
          </a:xfrm>
          <a:prstGeom prst="straightConnector1">
            <a:avLst/>
          </a:prstGeom>
          <a:noFill/>
          <a:ln w="9525" cap="flat" cmpd="sng">
            <a:solidFill>
              <a:srgbClr val="DCDFE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- Sidebar">
  <p:cSld name="One Column - Sideba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056485" y="365124"/>
            <a:ext cx="5834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D46"/>
              </a:buClr>
              <a:buSzPts val="1500"/>
              <a:buFont typeface="Source Sans Pro"/>
              <a:buNone/>
              <a:defRPr sz="3200" b="1" i="0" u="none" strike="noStrike" cap="none">
                <a:solidFill>
                  <a:srgbClr val="121D4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609600" marR="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19200" marR="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828800" marR="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438400" marR="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1185333" y="1526117"/>
            <a:ext cx="772500" cy="0"/>
          </a:xfrm>
          <a:prstGeom prst="straightConnector1">
            <a:avLst/>
          </a:prstGeom>
          <a:noFill/>
          <a:ln w="25400" cap="flat" cmpd="sng">
            <a:solidFill>
              <a:srgbClr val="F8A41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7"/>
          <p:cNvSpPr txBox="1"/>
          <p:nvPr/>
        </p:nvSpPr>
        <p:spPr>
          <a:xfrm>
            <a:off x="5099051" y="6479117"/>
            <a:ext cx="1994100" cy="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Font typeface="Source Sans Pro"/>
              <a:buNone/>
            </a:pPr>
            <a:r>
              <a:rPr lang="en" sz="900" b="0" i="0" u="none" strike="noStrike" cap="none">
                <a:solidFill>
                  <a:srgbClr val="A6A6A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Iterable, Inc. All Rights Reserved</a:t>
            </a:r>
            <a:endParaRPr sz="19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6389" y="6488369"/>
            <a:ext cx="263485" cy="25189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/>
        </p:nvSpPr>
        <p:spPr>
          <a:xfrm>
            <a:off x="10959967" y="6482012"/>
            <a:ext cx="766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D46"/>
              </a:buClr>
              <a:buFont typeface="Source Sans Pro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121D4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‹#›</a:t>
            </a:fld>
            <a:endParaRPr sz="900" b="0" i="0" u="none" strike="noStrike" cap="none">
              <a:solidFill>
                <a:srgbClr val="121D4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1056485" y="1926167"/>
            <a:ext cx="5834700" cy="40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84A0"/>
              </a:buClr>
              <a:buSzPts val="1500"/>
              <a:buFont typeface="Arial"/>
              <a:buNone/>
              <a:defRPr sz="1900" b="1" i="0" u="none" strike="noStrike" cap="none">
                <a:solidFill>
                  <a:srgbClr val="121D4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61AD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21D4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61AD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21D4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92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84A0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rgbClr val="4C4C4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84A0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rgbClr val="4C4C4C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7780867" y="-6351"/>
            <a:ext cx="4411200" cy="6858000"/>
          </a:xfrm>
          <a:prstGeom prst="rect">
            <a:avLst/>
          </a:prstGeom>
          <a:solidFill>
            <a:srgbClr val="F2F2F2">
              <a:alpha val="34510"/>
            </a:srgbClr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8349152" y="1142035"/>
            <a:ext cx="3287100" cy="45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D46"/>
              </a:buClr>
              <a:buSzPts val="1500"/>
              <a:buFont typeface="Source Sans Pro"/>
              <a:buNone/>
              <a:defRPr sz="1900" b="1" i="0" u="none" strike="noStrike" cap="none">
                <a:solidFill>
                  <a:srgbClr val="121D4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D46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121D4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push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4067"/>
            <a:ext cx="10515600" cy="1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 spd="med">
    <p:push dir="r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verifly-my.sharepoint.com/:x:/p/chris/EbtTzQczZ29Ei8sNzOlKsZoBVtNx9WNQbnX1NBWllkUSuQ?e=gAnHJ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verifly-my.sharepoint.com/:x:/p/chris/EbtTzQczZ29Ei8sNzOlKsZoBVtNx9WNQbnX1NBWllkUSuQ?e=SCDUJ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body" idx="4294967295"/>
          </p:nvPr>
        </p:nvSpPr>
        <p:spPr>
          <a:xfrm>
            <a:off x="5459775" y="1781401"/>
            <a:ext cx="5548800" cy="3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0" tIns="121850" rIns="121850" bIns="121850" anchor="t" anchorCtr="0">
            <a:noAutofit/>
          </a:bodyPr>
          <a:lstStyle/>
          <a:p>
            <a:pPr marL="457188" marR="0" lvl="0" indent="-31325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400"/>
              <a:buFont typeface="Source Sans Pro"/>
              <a:buAutoNum type="arabicPeriod"/>
            </a:pPr>
            <a:r>
              <a:rPr lang="en" sz="2400" b="1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Timeline</a:t>
            </a:r>
            <a:endParaRPr sz="2400" b="1" i="0" u="none" strike="noStrike" cap="none">
              <a:solidFill>
                <a:srgbClr val="4B4B4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188" marR="0" lvl="0" indent="-31325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400"/>
              <a:buFont typeface="Source Sans Pro"/>
              <a:buAutoNum type="arabicPeriod"/>
            </a:pPr>
            <a:r>
              <a:rPr lang="en" sz="2400" b="1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Project Plan</a:t>
            </a:r>
            <a:endParaRPr sz="2400" b="1">
              <a:solidFill>
                <a:srgbClr val="4B4B4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188" marR="0" lvl="0" indent="-31325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4B4B"/>
              </a:buClr>
              <a:buSzPts val="2400"/>
              <a:buFont typeface="Source Sans Pro"/>
              <a:buAutoNum type="arabicPeriod"/>
            </a:pPr>
            <a:r>
              <a:rPr lang="en" sz="2400" b="1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Questions</a:t>
            </a:r>
            <a:endParaRPr sz="2400" b="1">
              <a:solidFill>
                <a:srgbClr val="4B4B4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1084971" y="1402485"/>
            <a:ext cx="3708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0" tIns="121850" rIns="121850" bIns="12185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400"/>
              <a:buFont typeface="Source Sans Pro"/>
              <a:buNone/>
            </a:pPr>
            <a:r>
              <a:rPr lang="en" sz="4800" dirty="0">
                <a:solidFill>
                  <a:srgbClr val="4B4B4B"/>
                </a:solidFill>
              </a:rPr>
              <a:t>Overview</a:t>
            </a:r>
            <a:endParaRPr sz="4800" b="0" i="0" u="none" strike="noStrike" cap="none" dirty="0">
              <a:solidFill>
                <a:srgbClr val="4B4B4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1217863" y="2069175"/>
            <a:ext cx="815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Source Sans Pro Light"/>
              <a:buNone/>
            </a:pPr>
            <a:r>
              <a:rPr lang="en" sz="1100" b="1">
                <a:solidFill>
                  <a:srgbClr val="58585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Jan 7 -11  </a:t>
            </a:r>
            <a:endParaRPr sz="1500" b="1">
              <a:solidFill>
                <a:srgbClr val="585858"/>
              </a:solidFill>
            </a:endParaRPr>
          </a:p>
        </p:txBody>
      </p:sp>
      <p:sp>
        <p:nvSpPr>
          <p:cNvPr id="61" name="Google Shape;61;p9"/>
          <p:cNvSpPr/>
          <p:nvPr/>
        </p:nvSpPr>
        <p:spPr>
          <a:xfrm>
            <a:off x="2104759" y="2069175"/>
            <a:ext cx="815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Source Sans Pro Light"/>
              <a:buNone/>
            </a:pPr>
            <a:r>
              <a:rPr lang="en" sz="1100" b="1">
                <a:solidFill>
                  <a:srgbClr val="58585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Jan</a:t>
            </a:r>
            <a:r>
              <a:rPr lang="en" sz="1100" b="1" i="0" u="none" strike="noStrike" cap="none">
                <a:solidFill>
                  <a:srgbClr val="58585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" sz="1100" b="1">
                <a:solidFill>
                  <a:srgbClr val="58585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14 -18</a:t>
            </a:r>
            <a:endParaRPr sz="1500" b="1">
              <a:solidFill>
                <a:srgbClr val="585858"/>
              </a:solidFill>
            </a:endParaRPr>
          </a:p>
        </p:txBody>
      </p:sp>
      <p:sp>
        <p:nvSpPr>
          <p:cNvPr id="62" name="Google Shape;62;p9"/>
          <p:cNvSpPr/>
          <p:nvPr/>
        </p:nvSpPr>
        <p:spPr>
          <a:xfrm>
            <a:off x="2991655" y="2069175"/>
            <a:ext cx="815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Source Sans Pro Light"/>
              <a:buNone/>
            </a:pPr>
            <a:r>
              <a:rPr lang="en" sz="1100" b="1">
                <a:solidFill>
                  <a:srgbClr val="58585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Jan 21-25</a:t>
            </a:r>
            <a:endParaRPr sz="1500" b="1">
              <a:solidFill>
                <a:srgbClr val="585858"/>
              </a:solidFill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3878550" y="2069175"/>
            <a:ext cx="1052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Source Sans Pro Light"/>
              <a:buNone/>
            </a:pPr>
            <a:r>
              <a:rPr lang="en" sz="1100" b="1">
                <a:solidFill>
                  <a:srgbClr val="58585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Jan 28 - Feb 1</a:t>
            </a:r>
            <a:endParaRPr sz="1500" b="1">
              <a:solidFill>
                <a:srgbClr val="585858"/>
              </a:solidFill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5001846" y="2069175"/>
            <a:ext cx="815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Source Sans Pro Light"/>
              <a:buNone/>
            </a:pPr>
            <a:r>
              <a:rPr lang="en" sz="1100" b="1">
                <a:solidFill>
                  <a:srgbClr val="58585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Feb 4 -8</a:t>
            </a:r>
            <a:endParaRPr sz="1500" b="1">
              <a:solidFill>
                <a:srgbClr val="585858"/>
              </a:solidFill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6775638" y="2069175"/>
            <a:ext cx="815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Source Sans Pro Light"/>
              <a:buNone/>
            </a:pPr>
            <a:r>
              <a:rPr lang="en" sz="1100" b="1">
                <a:latin typeface="Source Sans Pro"/>
                <a:ea typeface="Source Sans Pro"/>
                <a:cs typeface="Source Sans Pro"/>
                <a:sym typeface="Source Sans Pro"/>
              </a:rPr>
              <a:t>Feb 18-22</a:t>
            </a:r>
            <a:endParaRPr sz="1500" b="1"/>
          </a:p>
        </p:txBody>
      </p:sp>
      <p:sp>
        <p:nvSpPr>
          <p:cNvPr id="66" name="Google Shape;66;p9"/>
          <p:cNvSpPr/>
          <p:nvPr/>
        </p:nvSpPr>
        <p:spPr>
          <a:xfrm>
            <a:off x="7662533" y="2069175"/>
            <a:ext cx="1052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Source Sans Pro Light"/>
              <a:buNone/>
            </a:pPr>
            <a:r>
              <a:rPr lang="en" sz="1100" b="1">
                <a:latin typeface="Source Sans Pro"/>
                <a:ea typeface="Source Sans Pro"/>
                <a:cs typeface="Source Sans Pro"/>
                <a:sym typeface="Source Sans Pro"/>
              </a:rPr>
              <a:t>Feb 25 - Mar 1</a:t>
            </a:r>
            <a:endParaRPr sz="1500" b="1"/>
          </a:p>
        </p:txBody>
      </p:sp>
      <p:sp>
        <p:nvSpPr>
          <p:cNvPr id="67" name="Google Shape;67;p9"/>
          <p:cNvSpPr/>
          <p:nvPr/>
        </p:nvSpPr>
        <p:spPr>
          <a:xfrm>
            <a:off x="8785829" y="2069175"/>
            <a:ext cx="1052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Source Sans Pro Light"/>
              <a:buNone/>
            </a:pPr>
            <a:r>
              <a:rPr lang="en" sz="1100" b="1">
                <a:latin typeface="Source Sans Pro"/>
                <a:ea typeface="Source Sans Pro"/>
                <a:cs typeface="Source Sans Pro"/>
                <a:sym typeface="Source Sans Pro"/>
              </a:rPr>
              <a:t>Mar 4 - Mar 8</a:t>
            </a:r>
            <a:endParaRPr sz="1500" b="1"/>
          </a:p>
        </p:txBody>
      </p:sp>
      <p:sp>
        <p:nvSpPr>
          <p:cNvPr id="68" name="Google Shape;68;p9"/>
          <p:cNvSpPr/>
          <p:nvPr/>
        </p:nvSpPr>
        <p:spPr>
          <a:xfrm>
            <a:off x="9832925" y="2069175"/>
            <a:ext cx="112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Source Sans Pro Light"/>
              <a:buNone/>
            </a:pPr>
            <a:r>
              <a:rPr lang="en" sz="1100" b="1">
                <a:latin typeface="Source Sans Pro"/>
                <a:ea typeface="Source Sans Pro"/>
                <a:cs typeface="Source Sans Pro"/>
                <a:sym typeface="Source Sans Pro"/>
              </a:rPr>
              <a:t>Mar 11 - Mar 15</a:t>
            </a:r>
            <a:endParaRPr sz="1500" b="1"/>
          </a:p>
        </p:txBody>
      </p:sp>
      <p:cxnSp>
        <p:nvCxnSpPr>
          <p:cNvPr id="69" name="Google Shape;69;p9"/>
          <p:cNvCxnSpPr/>
          <p:nvPr/>
        </p:nvCxnSpPr>
        <p:spPr>
          <a:xfrm flipH="1">
            <a:off x="6253296" y="2361075"/>
            <a:ext cx="42300" cy="3729900"/>
          </a:xfrm>
          <a:prstGeom prst="straightConnector1">
            <a:avLst/>
          </a:prstGeom>
          <a:noFill/>
          <a:ln w="9525" cap="flat" cmpd="sng">
            <a:solidFill>
              <a:srgbClr val="107B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70" name="Google Shape;70;p9"/>
          <p:cNvSpPr/>
          <p:nvPr/>
        </p:nvSpPr>
        <p:spPr>
          <a:xfrm>
            <a:off x="5892241" y="2023575"/>
            <a:ext cx="813900" cy="337500"/>
          </a:xfrm>
          <a:prstGeom prst="rect">
            <a:avLst/>
          </a:prstGeom>
          <a:solidFill>
            <a:srgbClr val="107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7BFF"/>
                </a:solidFill>
              </a:rPr>
              <a:t>z</a:t>
            </a:r>
            <a:endParaRPr>
              <a:solidFill>
                <a:srgbClr val="107BFF"/>
              </a:solidFill>
            </a:endParaRPr>
          </a:p>
        </p:txBody>
      </p:sp>
      <p:sp>
        <p:nvSpPr>
          <p:cNvPr id="71" name="Google Shape;71;p9"/>
          <p:cNvSpPr txBox="1"/>
          <p:nvPr/>
        </p:nvSpPr>
        <p:spPr>
          <a:xfrm>
            <a:off x="820533" y="1218762"/>
            <a:ext cx="104841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85C"/>
              </a:buClr>
              <a:buSzPts val="1500"/>
              <a:buFont typeface="Source Sans Pro"/>
              <a:buNone/>
            </a:pPr>
            <a:r>
              <a:rPr lang="en" sz="1500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Current </a:t>
            </a:r>
            <a:r>
              <a:rPr lang="en" sz="1500" b="0" i="0" u="none" strike="noStrike" cap="none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Timeline and Milestones</a:t>
            </a:r>
            <a:endParaRPr sz="1500">
              <a:solidFill>
                <a:srgbClr val="4B4B4B"/>
              </a:solidFill>
            </a:endParaRPr>
          </a:p>
        </p:txBody>
      </p:sp>
      <p:grpSp>
        <p:nvGrpSpPr>
          <p:cNvPr id="72" name="Google Shape;72;p9"/>
          <p:cNvGrpSpPr/>
          <p:nvPr/>
        </p:nvGrpSpPr>
        <p:grpSpPr>
          <a:xfrm>
            <a:off x="1207108" y="5282523"/>
            <a:ext cx="9790858" cy="222914"/>
            <a:chOff x="1207108" y="4778624"/>
            <a:chExt cx="9790858" cy="222914"/>
          </a:xfrm>
        </p:grpSpPr>
        <p:sp>
          <p:nvSpPr>
            <p:cNvPr id="73" name="Google Shape;73;p9"/>
            <p:cNvSpPr/>
            <p:nvPr/>
          </p:nvSpPr>
          <p:spPr>
            <a:xfrm>
              <a:off x="1207108" y="4778624"/>
              <a:ext cx="9790800" cy="222900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8579966" y="4778637"/>
              <a:ext cx="2418000" cy="222900"/>
            </a:xfrm>
            <a:prstGeom prst="rect">
              <a:avLst/>
            </a:prstGeom>
            <a:solidFill>
              <a:srgbClr val="DCDFE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9"/>
          <p:cNvGrpSpPr/>
          <p:nvPr/>
        </p:nvGrpSpPr>
        <p:grpSpPr>
          <a:xfrm rot="10800000">
            <a:off x="2990843" y="5266950"/>
            <a:ext cx="5804780" cy="246300"/>
            <a:chOff x="987425" y="1791343"/>
            <a:chExt cx="5804780" cy="246300"/>
          </a:xfrm>
        </p:grpSpPr>
        <p:sp>
          <p:nvSpPr>
            <p:cNvPr id="76" name="Google Shape;76;p9"/>
            <p:cNvSpPr/>
            <p:nvPr/>
          </p:nvSpPr>
          <p:spPr>
            <a:xfrm rot="10800000">
              <a:off x="1370905" y="1791343"/>
              <a:ext cx="5421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2185C"/>
                </a:buClr>
                <a:buSzPts val="1100"/>
                <a:buFont typeface="Source Sans Pro Light"/>
                <a:buNone/>
              </a:pPr>
              <a:r>
                <a:rPr lang="en" sz="1100">
                  <a:solidFill>
                    <a:srgbClr val="02185C"/>
                  </a:solidFill>
                  <a:latin typeface="Source Sans Pro Light"/>
                  <a:ea typeface="Source Sans Pro Light"/>
                  <a:cs typeface="Source Sans Pro Light"/>
                  <a:sym typeface="Source Sans Pro Light"/>
                </a:rPr>
                <a:t>Follow-up Consulting Sessions / Customer Success Troubleshooting</a:t>
              </a:r>
              <a:endParaRPr sz="1500"/>
            </a:p>
          </p:txBody>
        </p:sp>
        <p:cxnSp>
          <p:nvCxnSpPr>
            <p:cNvPr id="77" name="Google Shape;77;p9"/>
            <p:cNvCxnSpPr/>
            <p:nvPr/>
          </p:nvCxnSpPr>
          <p:spPr>
            <a:xfrm rot="10800000">
              <a:off x="1031195" y="1914525"/>
              <a:ext cx="361200" cy="0"/>
            </a:xfrm>
            <a:prstGeom prst="straightConnector1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8" name="Google Shape;78;p9"/>
            <p:cNvSpPr/>
            <p:nvPr/>
          </p:nvSpPr>
          <p:spPr>
            <a:xfrm>
              <a:off x="987425" y="1891356"/>
              <a:ext cx="45600" cy="45600"/>
            </a:xfrm>
            <a:prstGeom prst="ellipse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9"/>
          <p:cNvGrpSpPr/>
          <p:nvPr/>
        </p:nvGrpSpPr>
        <p:grpSpPr>
          <a:xfrm>
            <a:off x="1207108" y="2623528"/>
            <a:ext cx="9790800" cy="222900"/>
            <a:chOff x="1207108" y="1799754"/>
            <a:chExt cx="9790800" cy="222900"/>
          </a:xfrm>
        </p:grpSpPr>
        <p:sp>
          <p:nvSpPr>
            <p:cNvPr id="80" name="Google Shape;80;p9"/>
            <p:cNvSpPr/>
            <p:nvPr/>
          </p:nvSpPr>
          <p:spPr>
            <a:xfrm>
              <a:off x="1207108" y="1799754"/>
              <a:ext cx="9790800" cy="222900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1207108" y="1799754"/>
              <a:ext cx="1224000" cy="222900"/>
            </a:xfrm>
            <a:prstGeom prst="rect">
              <a:avLst/>
            </a:prstGeom>
            <a:solidFill>
              <a:srgbClr val="4FB39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82;p9"/>
          <p:cNvGrpSpPr/>
          <p:nvPr/>
        </p:nvGrpSpPr>
        <p:grpSpPr>
          <a:xfrm>
            <a:off x="1207108" y="2954708"/>
            <a:ext cx="9790800" cy="222900"/>
            <a:chOff x="1207108" y="2130933"/>
            <a:chExt cx="9790800" cy="222900"/>
          </a:xfrm>
        </p:grpSpPr>
        <p:sp>
          <p:nvSpPr>
            <p:cNvPr id="83" name="Google Shape;83;p9"/>
            <p:cNvSpPr/>
            <p:nvPr/>
          </p:nvSpPr>
          <p:spPr>
            <a:xfrm>
              <a:off x="1207108" y="2130933"/>
              <a:ext cx="9790800" cy="222900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1207108" y="2130933"/>
              <a:ext cx="1224000" cy="222900"/>
            </a:xfrm>
            <a:prstGeom prst="rect">
              <a:avLst/>
            </a:prstGeom>
            <a:solidFill>
              <a:srgbClr val="4FB39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9"/>
          <p:cNvGrpSpPr/>
          <p:nvPr/>
        </p:nvGrpSpPr>
        <p:grpSpPr>
          <a:xfrm>
            <a:off x="1207108" y="3285886"/>
            <a:ext cx="9790800" cy="222900"/>
            <a:chOff x="1207108" y="2462112"/>
            <a:chExt cx="9790800" cy="222900"/>
          </a:xfrm>
        </p:grpSpPr>
        <p:sp>
          <p:nvSpPr>
            <p:cNvPr id="86" name="Google Shape;86;p9"/>
            <p:cNvSpPr/>
            <p:nvPr/>
          </p:nvSpPr>
          <p:spPr>
            <a:xfrm>
              <a:off x="1207108" y="2462112"/>
              <a:ext cx="9790800" cy="222900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2442784" y="2462112"/>
              <a:ext cx="1224000" cy="222900"/>
            </a:xfrm>
            <a:prstGeom prst="rect">
              <a:avLst/>
            </a:prstGeom>
            <a:solidFill>
              <a:srgbClr val="4FB39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9"/>
          <p:cNvGrpSpPr/>
          <p:nvPr/>
        </p:nvGrpSpPr>
        <p:grpSpPr>
          <a:xfrm>
            <a:off x="1207108" y="3947249"/>
            <a:ext cx="9790992" cy="222901"/>
            <a:chOff x="1207108" y="3123474"/>
            <a:chExt cx="9790992" cy="222901"/>
          </a:xfrm>
        </p:grpSpPr>
        <p:sp>
          <p:nvSpPr>
            <p:cNvPr id="89" name="Google Shape;89;p9"/>
            <p:cNvSpPr/>
            <p:nvPr/>
          </p:nvSpPr>
          <p:spPr>
            <a:xfrm>
              <a:off x="1207108" y="3123474"/>
              <a:ext cx="9790800" cy="222900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6063100" y="3123475"/>
              <a:ext cx="4935000" cy="2229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1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1207108" y="3616568"/>
            <a:ext cx="9790800" cy="222907"/>
            <a:chOff x="1207108" y="2792793"/>
            <a:chExt cx="9790800" cy="222907"/>
          </a:xfrm>
        </p:grpSpPr>
        <p:sp>
          <p:nvSpPr>
            <p:cNvPr id="92" name="Google Shape;92;p9"/>
            <p:cNvSpPr/>
            <p:nvPr/>
          </p:nvSpPr>
          <p:spPr>
            <a:xfrm>
              <a:off x="1207108" y="2792793"/>
              <a:ext cx="9790800" cy="222900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3318056" y="2792800"/>
              <a:ext cx="3729000" cy="222900"/>
            </a:xfrm>
            <a:prstGeom prst="rect">
              <a:avLst/>
            </a:prstGeom>
            <a:solidFill>
              <a:srgbClr val="4FB39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" name="Google Shape;94;p9"/>
          <p:cNvGrpSpPr/>
          <p:nvPr/>
        </p:nvGrpSpPr>
        <p:grpSpPr>
          <a:xfrm>
            <a:off x="1207108" y="4289725"/>
            <a:ext cx="9790800" cy="222907"/>
            <a:chOff x="1207108" y="3785825"/>
            <a:chExt cx="9790800" cy="222907"/>
          </a:xfrm>
        </p:grpSpPr>
        <p:sp>
          <p:nvSpPr>
            <p:cNvPr id="95" name="Google Shape;95;p9"/>
            <p:cNvSpPr/>
            <p:nvPr/>
          </p:nvSpPr>
          <p:spPr>
            <a:xfrm>
              <a:off x="1207108" y="3785833"/>
              <a:ext cx="9790800" cy="222900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9"/>
            <p:cNvSpPr/>
            <p:nvPr/>
          </p:nvSpPr>
          <p:spPr>
            <a:xfrm>
              <a:off x="5886424" y="3785825"/>
              <a:ext cx="3102900" cy="222900"/>
            </a:xfrm>
            <a:prstGeom prst="rect">
              <a:avLst/>
            </a:prstGeom>
            <a:solidFill>
              <a:srgbClr val="107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9"/>
          <p:cNvGrpSpPr/>
          <p:nvPr/>
        </p:nvGrpSpPr>
        <p:grpSpPr>
          <a:xfrm>
            <a:off x="1207250" y="4629050"/>
            <a:ext cx="9790800" cy="222912"/>
            <a:chOff x="589100" y="4117000"/>
            <a:chExt cx="9790800" cy="222912"/>
          </a:xfrm>
        </p:grpSpPr>
        <p:sp>
          <p:nvSpPr>
            <p:cNvPr id="98" name="Google Shape;98;p9"/>
            <p:cNvSpPr/>
            <p:nvPr/>
          </p:nvSpPr>
          <p:spPr>
            <a:xfrm>
              <a:off x="589100" y="4117000"/>
              <a:ext cx="9790800" cy="222900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7687345" y="4117012"/>
              <a:ext cx="2447700" cy="2229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8911204" y="4117012"/>
              <a:ext cx="1224000" cy="222900"/>
            </a:xfrm>
            <a:prstGeom prst="rect">
              <a:avLst/>
            </a:prstGeom>
            <a:solidFill>
              <a:srgbClr val="FECC0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1207108" y="4956578"/>
            <a:ext cx="9790990" cy="222900"/>
            <a:chOff x="1207108" y="4452678"/>
            <a:chExt cx="9790990" cy="222900"/>
          </a:xfrm>
        </p:grpSpPr>
        <p:sp>
          <p:nvSpPr>
            <p:cNvPr id="102" name="Google Shape;102;p9"/>
            <p:cNvSpPr/>
            <p:nvPr/>
          </p:nvSpPr>
          <p:spPr>
            <a:xfrm>
              <a:off x="1207108" y="4452678"/>
              <a:ext cx="9790800" cy="222900"/>
            </a:xfrm>
            <a:prstGeom prst="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7326398" y="4452678"/>
              <a:ext cx="3671700" cy="2229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9"/>
          <p:cNvGrpSpPr/>
          <p:nvPr/>
        </p:nvGrpSpPr>
        <p:grpSpPr>
          <a:xfrm>
            <a:off x="2206625" y="2605554"/>
            <a:ext cx="3171075" cy="222900"/>
            <a:chOff x="2206625" y="1781779"/>
            <a:chExt cx="3171075" cy="222900"/>
          </a:xfrm>
        </p:grpSpPr>
        <p:sp>
          <p:nvSpPr>
            <p:cNvPr id="105" name="Google Shape;105;p9"/>
            <p:cNvSpPr/>
            <p:nvPr/>
          </p:nvSpPr>
          <p:spPr>
            <a:xfrm>
              <a:off x="2590100" y="1781779"/>
              <a:ext cx="2787600" cy="22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185C"/>
                </a:buClr>
                <a:buSzPts val="1100"/>
                <a:buFont typeface="Source Sans Pro Light"/>
                <a:buNone/>
              </a:pPr>
              <a:r>
                <a:rPr lang="en" sz="1100">
                  <a:solidFill>
                    <a:srgbClr val="02185C"/>
                  </a:solidFill>
                  <a:latin typeface="Source Sans Pro Light"/>
                  <a:ea typeface="Source Sans Pro Light"/>
                  <a:cs typeface="Source Sans Pro Light"/>
                  <a:sym typeface="Source Sans Pro Light"/>
                </a:rPr>
                <a:t>Initial Project Setup</a:t>
              </a:r>
              <a:endParaRPr sz="1500"/>
            </a:p>
          </p:txBody>
        </p:sp>
        <p:cxnSp>
          <p:nvCxnSpPr>
            <p:cNvPr id="106" name="Google Shape;106;p9"/>
            <p:cNvCxnSpPr/>
            <p:nvPr/>
          </p:nvCxnSpPr>
          <p:spPr>
            <a:xfrm rot="10800000">
              <a:off x="2250395" y="1914525"/>
              <a:ext cx="361200" cy="0"/>
            </a:xfrm>
            <a:prstGeom prst="straightConnector1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7" name="Google Shape;107;p9"/>
            <p:cNvSpPr/>
            <p:nvPr/>
          </p:nvSpPr>
          <p:spPr>
            <a:xfrm>
              <a:off x="2206625" y="1891356"/>
              <a:ext cx="45600" cy="45600"/>
            </a:xfrm>
            <a:prstGeom prst="ellipse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9"/>
          <p:cNvGrpSpPr/>
          <p:nvPr/>
        </p:nvGrpSpPr>
        <p:grpSpPr>
          <a:xfrm>
            <a:off x="2206625" y="2932590"/>
            <a:ext cx="1395384" cy="246300"/>
            <a:chOff x="2206625" y="1781790"/>
            <a:chExt cx="1395384" cy="246300"/>
          </a:xfrm>
        </p:grpSpPr>
        <p:sp>
          <p:nvSpPr>
            <p:cNvPr id="109" name="Google Shape;109;p9"/>
            <p:cNvSpPr/>
            <p:nvPr/>
          </p:nvSpPr>
          <p:spPr>
            <a:xfrm>
              <a:off x="2590109" y="1781790"/>
              <a:ext cx="1011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185C"/>
                </a:buClr>
                <a:buSzPts val="1100"/>
                <a:buFont typeface="Source Sans Pro Light"/>
                <a:buNone/>
              </a:pPr>
              <a:r>
                <a:rPr lang="en" sz="1100" b="0" i="0" u="none" strike="noStrike" cap="none">
                  <a:solidFill>
                    <a:srgbClr val="02185C"/>
                  </a:solidFill>
                  <a:latin typeface="Source Sans Pro Light"/>
                  <a:ea typeface="Source Sans Pro Light"/>
                  <a:cs typeface="Source Sans Pro Light"/>
                  <a:sym typeface="Source Sans Pro Light"/>
                </a:rPr>
                <a:t>Account Setup</a:t>
              </a:r>
              <a:endParaRPr sz="1500"/>
            </a:p>
          </p:txBody>
        </p:sp>
        <p:cxnSp>
          <p:nvCxnSpPr>
            <p:cNvPr id="110" name="Google Shape;110;p9"/>
            <p:cNvCxnSpPr/>
            <p:nvPr/>
          </p:nvCxnSpPr>
          <p:spPr>
            <a:xfrm rot="10800000">
              <a:off x="2250395" y="1914525"/>
              <a:ext cx="361200" cy="0"/>
            </a:xfrm>
            <a:prstGeom prst="straightConnector1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9"/>
            <p:cNvSpPr/>
            <p:nvPr/>
          </p:nvSpPr>
          <p:spPr>
            <a:xfrm>
              <a:off x="2206625" y="1891356"/>
              <a:ext cx="45600" cy="45600"/>
            </a:xfrm>
            <a:prstGeom prst="ellipse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9"/>
          <p:cNvGrpSpPr/>
          <p:nvPr/>
        </p:nvGrpSpPr>
        <p:grpSpPr>
          <a:xfrm>
            <a:off x="3442301" y="3265950"/>
            <a:ext cx="2716275" cy="222900"/>
            <a:chOff x="3442301" y="1781775"/>
            <a:chExt cx="2716275" cy="222900"/>
          </a:xfrm>
        </p:grpSpPr>
        <p:sp>
          <p:nvSpPr>
            <p:cNvPr id="113" name="Google Shape;113;p9"/>
            <p:cNvSpPr/>
            <p:nvPr/>
          </p:nvSpPr>
          <p:spPr>
            <a:xfrm>
              <a:off x="3825776" y="1781775"/>
              <a:ext cx="2332800" cy="22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185C"/>
                </a:buClr>
                <a:buSzPts val="1100"/>
                <a:buFont typeface="Source Sans Pro Light"/>
                <a:buNone/>
              </a:pPr>
              <a:r>
                <a:rPr lang="en" sz="1100">
                  <a:solidFill>
                    <a:srgbClr val="02185C"/>
                  </a:solidFill>
                  <a:latin typeface="Source Sans Pro Light"/>
                  <a:ea typeface="Source Sans Pro Light"/>
                  <a:cs typeface="Source Sans Pro Light"/>
                  <a:sym typeface="Source Sans Pro Light"/>
                </a:rPr>
                <a:t>Onboarding &amp; Email Preparation</a:t>
              </a:r>
              <a:endParaRPr sz="1500"/>
            </a:p>
          </p:txBody>
        </p:sp>
        <p:cxnSp>
          <p:nvCxnSpPr>
            <p:cNvPr id="114" name="Google Shape;114;p9"/>
            <p:cNvCxnSpPr/>
            <p:nvPr/>
          </p:nvCxnSpPr>
          <p:spPr>
            <a:xfrm rot="10800000">
              <a:off x="3486071" y="1914525"/>
              <a:ext cx="361200" cy="0"/>
            </a:xfrm>
            <a:prstGeom prst="straightConnector1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5" name="Google Shape;115;p9"/>
            <p:cNvSpPr/>
            <p:nvPr/>
          </p:nvSpPr>
          <p:spPr>
            <a:xfrm>
              <a:off x="3442301" y="1891356"/>
              <a:ext cx="45600" cy="45600"/>
            </a:xfrm>
            <a:prstGeom prst="ellipse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9"/>
          <p:cNvSpPr/>
          <p:nvPr/>
        </p:nvSpPr>
        <p:spPr>
          <a:xfrm>
            <a:off x="6158573" y="3935650"/>
            <a:ext cx="153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85C"/>
              </a:buClr>
              <a:buSzPts val="1100"/>
              <a:buFont typeface="Source Sans Pro Light"/>
              <a:buNone/>
            </a:pPr>
            <a:r>
              <a:rPr lang="en" sz="1100" b="1" i="0" u="none" strike="noStrike" cap="none">
                <a:solidFill>
                  <a:srgbClr val="107B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API &amp; Integrations</a:t>
            </a:r>
            <a:endParaRPr sz="1500" b="1">
              <a:solidFill>
                <a:srgbClr val="107BFF"/>
              </a:solidFill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982476" y="4278134"/>
            <a:ext cx="2332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85C"/>
              </a:buClr>
              <a:buSzPts val="1100"/>
              <a:buFont typeface="Source Sans Pro Light"/>
              <a:buNone/>
            </a:pPr>
            <a:r>
              <a:rPr lang="en" sz="1100" b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Workflow Development</a:t>
            </a:r>
            <a:endParaRPr sz="1500" b="1">
              <a:solidFill>
                <a:srgbClr val="FFFFFF"/>
              </a:solidFill>
            </a:endParaRPr>
          </a:p>
        </p:txBody>
      </p:sp>
      <p:grpSp>
        <p:nvGrpSpPr>
          <p:cNvPr id="118" name="Google Shape;118;p9"/>
          <p:cNvGrpSpPr/>
          <p:nvPr/>
        </p:nvGrpSpPr>
        <p:grpSpPr>
          <a:xfrm>
            <a:off x="6831787" y="3604858"/>
            <a:ext cx="3243069" cy="246300"/>
            <a:chOff x="3454658" y="1781778"/>
            <a:chExt cx="3243069" cy="246300"/>
          </a:xfrm>
        </p:grpSpPr>
        <p:sp>
          <p:nvSpPr>
            <p:cNvPr id="119" name="Google Shape;119;p9"/>
            <p:cNvSpPr/>
            <p:nvPr/>
          </p:nvSpPr>
          <p:spPr>
            <a:xfrm>
              <a:off x="3838126" y="1781778"/>
              <a:ext cx="2859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185C"/>
                </a:buClr>
                <a:buSzPts val="1100"/>
                <a:buFont typeface="Source Sans Pro Light"/>
                <a:buNone/>
              </a:pPr>
              <a:r>
                <a:rPr lang="en" sz="1100">
                  <a:solidFill>
                    <a:srgbClr val="02185C"/>
                  </a:solidFill>
                  <a:latin typeface="Source Sans Pro Light"/>
                  <a:ea typeface="Source Sans Pro Light"/>
                  <a:cs typeface="Source Sans Pro Light"/>
                  <a:sym typeface="Source Sans Pro Light"/>
                </a:rPr>
                <a:t>Data Mapping &amp; Automation Testing</a:t>
              </a:r>
              <a:endParaRPr sz="1500"/>
            </a:p>
          </p:txBody>
        </p:sp>
        <p:cxnSp>
          <p:nvCxnSpPr>
            <p:cNvPr id="120" name="Google Shape;120;p9"/>
            <p:cNvCxnSpPr/>
            <p:nvPr/>
          </p:nvCxnSpPr>
          <p:spPr>
            <a:xfrm rot="10800000">
              <a:off x="3498427" y="1914525"/>
              <a:ext cx="361200" cy="0"/>
            </a:xfrm>
            <a:prstGeom prst="straightConnector1">
              <a:avLst/>
            </a:prstGeom>
            <a:noFill/>
            <a:ln w="9525" cap="flat" cmpd="sng">
              <a:solidFill>
                <a:srgbClr val="FFBE2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1" name="Google Shape;121;p9"/>
            <p:cNvSpPr/>
            <p:nvPr/>
          </p:nvSpPr>
          <p:spPr>
            <a:xfrm>
              <a:off x="3454658" y="1891356"/>
              <a:ext cx="45600" cy="45600"/>
            </a:xfrm>
            <a:prstGeom prst="ellipse">
              <a:avLst/>
            </a:prstGeom>
            <a:noFill/>
            <a:ln w="9525" cap="flat" cmpd="sng">
              <a:solidFill>
                <a:srgbClr val="FFBE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9"/>
          <p:cNvGrpSpPr/>
          <p:nvPr/>
        </p:nvGrpSpPr>
        <p:grpSpPr>
          <a:xfrm rot="10800000">
            <a:off x="6004909" y="4610750"/>
            <a:ext cx="2636369" cy="246300"/>
            <a:chOff x="1141770" y="1786639"/>
            <a:chExt cx="2636369" cy="246300"/>
          </a:xfrm>
        </p:grpSpPr>
        <p:sp>
          <p:nvSpPr>
            <p:cNvPr id="123" name="Google Shape;123;p9"/>
            <p:cNvSpPr/>
            <p:nvPr/>
          </p:nvSpPr>
          <p:spPr>
            <a:xfrm rot="10800000">
              <a:off x="1557839" y="1786639"/>
              <a:ext cx="2220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185C"/>
                </a:buClr>
                <a:buSzPts val="1100"/>
                <a:buFont typeface="Source Sans Pro Light"/>
                <a:buNone/>
              </a:pPr>
              <a:r>
                <a:rPr lang="en" sz="1100">
                  <a:solidFill>
                    <a:srgbClr val="02185C"/>
                  </a:solidFill>
                  <a:latin typeface="Source Sans Pro Light"/>
                  <a:ea typeface="Source Sans Pro Light"/>
                  <a:cs typeface="Source Sans Pro Light"/>
                  <a:sym typeface="Source Sans Pro Light"/>
                </a:rPr>
                <a:t>IP Warmup / Initial Sends</a:t>
              </a:r>
              <a:endParaRPr sz="1500"/>
            </a:p>
          </p:txBody>
        </p:sp>
        <p:cxnSp>
          <p:nvCxnSpPr>
            <p:cNvPr id="124" name="Google Shape;124;p9"/>
            <p:cNvCxnSpPr/>
            <p:nvPr/>
          </p:nvCxnSpPr>
          <p:spPr>
            <a:xfrm rot="10800000">
              <a:off x="1141770" y="1909825"/>
              <a:ext cx="361200" cy="0"/>
            </a:xfrm>
            <a:prstGeom prst="straightConnector1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5" name="Google Shape;125;p9"/>
            <p:cNvSpPr/>
            <p:nvPr/>
          </p:nvSpPr>
          <p:spPr>
            <a:xfrm>
              <a:off x="1493324" y="1891356"/>
              <a:ext cx="45600" cy="45600"/>
            </a:xfrm>
            <a:prstGeom prst="ellipse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9"/>
          <p:cNvSpPr/>
          <p:nvPr/>
        </p:nvSpPr>
        <p:spPr>
          <a:xfrm>
            <a:off x="9742962" y="4611450"/>
            <a:ext cx="813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ource Sans Pro Light"/>
              <a:buNone/>
            </a:pPr>
            <a:r>
              <a:rPr lang="en" sz="1100" b="1" i="0" u="none" strike="noStrike" cap="none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Go Live</a:t>
            </a:r>
            <a:endParaRPr sz="1500" b="1">
              <a:solidFill>
                <a:srgbClr val="434343"/>
              </a:solidFill>
            </a:endParaRPr>
          </a:p>
        </p:txBody>
      </p:sp>
      <p:grpSp>
        <p:nvGrpSpPr>
          <p:cNvPr id="127" name="Google Shape;127;p9"/>
          <p:cNvGrpSpPr/>
          <p:nvPr/>
        </p:nvGrpSpPr>
        <p:grpSpPr>
          <a:xfrm rot="10800000">
            <a:off x="2990849" y="4943375"/>
            <a:ext cx="4585573" cy="246300"/>
            <a:chOff x="2206625" y="1791332"/>
            <a:chExt cx="4585573" cy="246300"/>
          </a:xfrm>
        </p:grpSpPr>
        <p:sp>
          <p:nvSpPr>
            <p:cNvPr id="128" name="Google Shape;128;p9"/>
            <p:cNvSpPr/>
            <p:nvPr/>
          </p:nvSpPr>
          <p:spPr>
            <a:xfrm rot="10800000">
              <a:off x="2590098" y="1791332"/>
              <a:ext cx="4202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2185C"/>
                </a:buClr>
                <a:buSzPts val="1100"/>
                <a:buFont typeface="Source Sans Pro Light"/>
                <a:buNone/>
              </a:pPr>
              <a:r>
                <a:rPr lang="en" sz="1100">
                  <a:solidFill>
                    <a:srgbClr val="02185C"/>
                  </a:solidFill>
                  <a:latin typeface="Source Sans Pro Light"/>
                  <a:ea typeface="Source Sans Pro Light"/>
                  <a:cs typeface="Source Sans Pro Light"/>
                  <a:sym typeface="Source Sans Pro Light"/>
                </a:rPr>
                <a:t>User Migration, Third Party Integrations, Data Maintenance</a:t>
              </a:r>
              <a:endParaRPr sz="1500">
                <a:solidFill>
                  <a:schemeClr val="dk1"/>
                </a:solidFill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185C"/>
                </a:buClr>
                <a:buSzPts val="1100"/>
                <a:buFont typeface="Source Sans Pro Light"/>
                <a:buNone/>
              </a:pPr>
              <a:endParaRPr sz="1100">
                <a:solidFill>
                  <a:srgbClr val="02185C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endParaRPr>
            </a:p>
          </p:txBody>
        </p:sp>
        <p:cxnSp>
          <p:nvCxnSpPr>
            <p:cNvPr id="129" name="Google Shape;129;p9"/>
            <p:cNvCxnSpPr/>
            <p:nvPr/>
          </p:nvCxnSpPr>
          <p:spPr>
            <a:xfrm rot="10800000">
              <a:off x="2250395" y="1914525"/>
              <a:ext cx="361200" cy="0"/>
            </a:xfrm>
            <a:prstGeom prst="straightConnector1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0" name="Google Shape;130;p9"/>
            <p:cNvSpPr/>
            <p:nvPr/>
          </p:nvSpPr>
          <p:spPr>
            <a:xfrm>
              <a:off x="2206625" y="1891356"/>
              <a:ext cx="45600" cy="45600"/>
            </a:xfrm>
            <a:prstGeom prst="ellipse">
              <a:avLst/>
            </a:prstGeom>
            <a:noFill/>
            <a:ln w="9525" cap="flat" cmpd="sng">
              <a:solidFill>
                <a:srgbClr val="0218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9"/>
          <p:cNvSpPr/>
          <p:nvPr/>
        </p:nvSpPr>
        <p:spPr>
          <a:xfrm>
            <a:off x="5888742" y="2069175"/>
            <a:ext cx="815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Source Sans Pro Light"/>
              <a:buNone/>
            </a:pPr>
            <a:r>
              <a:rPr lang="en" sz="1100" b="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Feb 11 -15</a:t>
            </a:r>
            <a:endParaRPr sz="1500" b="1">
              <a:solidFill>
                <a:srgbClr val="FFFFFF"/>
              </a:solidFill>
            </a:endParaRPr>
          </a:p>
        </p:txBody>
      </p:sp>
      <p:cxnSp>
        <p:nvCxnSpPr>
          <p:cNvPr id="132" name="Google Shape;132;p9"/>
          <p:cNvCxnSpPr/>
          <p:nvPr/>
        </p:nvCxnSpPr>
        <p:spPr>
          <a:xfrm>
            <a:off x="1207273" y="2065603"/>
            <a:ext cx="0" cy="2445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9"/>
          <p:cNvSpPr txBox="1"/>
          <p:nvPr/>
        </p:nvSpPr>
        <p:spPr>
          <a:xfrm>
            <a:off x="1084970" y="-9968"/>
            <a:ext cx="9938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500"/>
              <a:buFont typeface="Source Sans Pro"/>
              <a:buNone/>
            </a:pPr>
            <a:r>
              <a:rPr lang="en" sz="3200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Verifly Timeline</a:t>
            </a:r>
            <a:endParaRPr sz="3200" b="0" i="0" u="none" strike="noStrike" cap="none">
              <a:solidFill>
                <a:srgbClr val="4B4B4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34" name="Google Shape;134;p9"/>
          <p:cNvCxnSpPr/>
          <p:nvPr/>
        </p:nvCxnSpPr>
        <p:spPr>
          <a:xfrm>
            <a:off x="10997890" y="2065603"/>
            <a:ext cx="0" cy="2445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5" name="Google Shape;135;p9"/>
          <p:cNvGrpSpPr/>
          <p:nvPr/>
        </p:nvGrpSpPr>
        <p:grpSpPr>
          <a:xfrm>
            <a:off x="9325190" y="673150"/>
            <a:ext cx="1649406" cy="927100"/>
            <a:chOff x="6039740" y="5260400"/>
            <a:chExt cx="1649406" cy="927100"/>
          </a:xfrm>
        </p:grpSpPr>
        <p:sp>
          <p:nvSpPr>
            <p:cNvPr id="136" name="Google Shape;136;p9"/>
            <p:cNvSpPr txBox="1"/>
            <p:nvPr/>
          </p:nvSpPr>
          <p:spPr>
            <a:xfrm>
              <a:off x="6039750" y="5260400"/>
              <a:ext cx="1260000" cy="307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/>
                <a:t>Completed</a:t>
              </a:r>
              <a:endParaRPr sz="900" b="1"/>
            </a:p>
          </p:txBody>
        </p:sp>
        <p:sp>
          <p:nvSpPr>
            <p:cNvPr id="137" name="Google Shape;137;p9"/>
            <p:cNvSpPr txBox="1"/>
            <p:nvPr/>
          </p:nvSpPr>
          <p:spPr>
            <a:xfrm>
              <a:off x="6039745" y="5572500"/>
              <a:ext cx="1260000" cy="307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/>
                <a:t>In Progress</a:t>
              </a:r>
              <a:endParaRPr sz="900" b="1"/>
            </a:p>
          </p:txBody>
        </p:sp>
        <p:sp>
          <p:nvSpPr>
            <p:cNvPr id="138" name="Google Shape;138;p9"/>
            <p:cNvSpPr txBox="1"/>
            <p:nvPr/>
          </p:nvSpPr>
          <p:spPr>
            <a:xfrm>
              <a:off x="6039740" y="5880000"/>
              <a:ext cx="1260000" cy="307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/>
                <a:t>Not Started </a:t>
              </a:r>
              <a:endParaRPr sz="900" b="1"/>
            </a:p>
          </p:txBody>
        </p:sp>
        <p:sp>
          <p:nvSpPr>
            <p:cNvPr id="139" name="Google Shape;139;p9"/>
            <p:cNvSpPr txBox="1"/>
            <p:nvPr/>
          </p:nvSpPr>
          <p:spPr>
            <a:xfrm>
              <a:off x="7299746" y="5260400"/>
              <a:ext cx="389400" cy="307500"/>
            </a:xfrm>
            <a:prstGeom prst="rect">
              <a:avLst/>
            </a:prstGeom>
            <a:solidFill>
              <a:srgbClr val="4FB394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/>
            </a:p>
          </p:txBody>
        </p:sp>
        <p:sp>
          <p:nvSpPr>
            <p:cNvPr id="140" name="Google Shape;140;p9"/>
            <p:cNvSpPr txBox="1"/>
            <p:nvPr/>
          </p:nvSpPr>
          <p:spPr>
            <a:xfrm>
              <a:off x="7299745" y="5572500"/>
              <a:ext cx="389400" cy="307500"/>
            </a:xfrm>
            <a:prstGeom prst="rect">
              <a:avLst/>
            </a:prstGeom>
            <a:solidFill>
              <a:srgbClr val="107BFF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/>
            </a:p>
          </p:txBody>
        </p:sp>
        <p:sp>
          <p:nvSpPr>
            <p:cNvPr id="141" name="Google Shape;141;p9"/>
            <p:cNvSpPr txBox="1"/>
            <p:nvPr/>
          </p:nvSpPr>
          <p:spPr>
            <a:xfrm>
              <a:off x="7299743" y="5880000"/>
              <a:ext cx="389400" cy="3075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/>
            </a:p>
          </p:txBody>
        </p:sp>
      </p:grpSp>
    </p:spTree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/>
        </p:nvSpPr>
        <p:spPr>
          <a:xfrm>
            <a:off x="820533" y="1218762"/>
            <a:ext cx="104841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85C"/>
              </a:buClr>
              <a:buSzPts val="1500"/>
              <a:buFont typeface="Source Sans Pro"/>
              <a:buNone/>
            </a:pPr>
            <a:r>
              <a:rPr lang="en" sz="1500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Current </a:t>
            </a:r>
            <a:r>
              <a:rPr lang="en" sz="1500" b="0" i="0" u="none" strike="noStrike" cap="none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Timeline and Milestones</a:t>
            </a:r>
            <a:endParaRPr sz="1500">
              <a:solidFill>
                <a:srgbClr val="4B4B4B"/>
              </a:solidFill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1084970" y="-9968"/>
            <a:ext cx="9938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500"/>
              <a:buFont typeface="Source Sans Pro"/>
              <a:buNone/>
            </a:pPr>
            <a:r>
              <a:rPr lang="en" sz="3200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Verifly Timeline</a:t>
            </a:r>
            <a:endParaRPr sz="3200" b="0" i="0" u="none" strike="noStrike" cap="none">
              <a:solidFill>
                <a:srgbClr val="4B4B4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1583325" y="4364900"/>
            <a:ext cx="2000700" cy="5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Expanded Version</a:t>
            </a:r>
            <a:endParaRPr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49" name="Google Shape;14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1175" y="1846325"/>
            <a:ext cx="10722347" cy="2518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0"/>
          <p:cNvGrpSpPr/>
          <p:nvPr/>
        </p:nvGrpSpPr>
        <p:grpSpPr>
          <a:xfrm>
            <a:off x="9325190" y="673150"/>
            <a:ext cx="1649406" cy="927100"/>
            <a:chOff x="6039740" y="5260400"/>
            <a:chExt cx="1649406" cy="927100"/>
          </a:xfrm>
        </p:grpSpPr>
        <p:sp>
          <p:nvSpPr>
            <p:cNvPr id="151" name="Google Shape;151;p10"/>
            <p:cNvSpPr txBox="1"/>
            <p:nvPr/>
          </p:nvSpPr>
          <p:spPr>
            <a:xfrm>
              <a:off x="6039750" y="5260400"/>
              <a:ext cx="1260000" cy="307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/>
                <a:t>Completed</a:t>
              </a:r>
              <a:endParaRPr sz="900" b="1"/>
            </a:p>
          </p:txBody>
        </p:sp>
        <p:sp>
          <p:nvSpPr>
            <p:cNvPr id="152" name="Google Shape;152;p10"/>
            <p:cNvSpPr txBox="1"/>
            <p:nvPr/>
          </p:nvSpPr>
          <p:spPr>
            <a:xfrm>
              <a:off x="6039745" y="5572500"/>
              <a:ext cx="1260000" cy="307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/>
                <a:t>In Progress</a:t>
              </a:r>
              <a:endParaRPr sz="900" b="1"/>
            </a:p>
          </p:txBody>
        </p:sp>
        <p:sp>
          <p:nvSpPr>
            <p:cNvPr id="153" name="Google Shape;153;p10"/>
            <p:cNvSpPr txBox="1"/>
            <p:nvPr/>
          </p:nvSpPr>
          <p:spPr>
            <a:xfrm>
              <a:off x="6039740" y="5880000"/>
              <a:ext cx="1260000" cy="307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/>
                <a:t>Not Started</a:t>
              </a:r>
              <a:endParaRPr sz="900" b="1"/>
            </a:p>
          </p:txBody>
        </p:sp>
        <p:sp>
          <p:nvSpPr>
            <p:cNvPr id="154" name="Google Shape;154;p10"/>
            <p:cNvSpPr txBox="1"/>
            <p:nvPr/>
          </p:nvSpPr>
          <p:spPr>
            <a:xfrm>
              <a:off x="7299746" y="5260400"/>
              <a:ext cx="389400" cy="307500"/>
            </a:xfrm>
            <a:prstGeom prst="rect">
              <a:avLst/>
            </a:prstGeom>
            <a:solidFill>
              <a:srgbClr val="4FB394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/>
            </a:p>
          </p:txBody>
        </p:sp>
        <p:sp>
          <p:nvSpPr>
            <p:cNvPr id="155" name="Google Shape;155;p10"/>
            <p:cNvSpPr txBox="1"/>
            <p:nvPr/>
          </p:nvSpPr>
          <p:spPr>
            <a:xfrm>
              <a:off x="7299745" y="5572500"/>
              <a:ext cx="389400" cy="307500"/>
            </a:xfrm>
            <a:prstGeom prst="rect">
              <a:avLst/>
            </a:prstGeom>
            <a:solidFill>
              <a:srgbClr val="107BFF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/>
            </a:p>
          </p:txBody>
        </p:sp>
        <p:sp>
          <p:nvSpPr>
            <p:cNvPr id="156" name="Google Shape;156;p10"/>
            <p:cNvSpPr txBox="1"/>
            <p:nvPr/>
          </p:nvSpPr>
          <p:spPr>
            <a:xfrm>
              <a:off x="7299743" y="5880000"/>
              <a:ext cx="389400" cy="3075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  <a:effectLst>
              <a:outerShdw blurRad="71438" dist="9525" dir="5400000" algn="bl" rotWithShape="0">
                <a:srgbClr val="BFBFBF">
                  <a:alpha val="20000"/>
                </a:srgbClr>
              </a:outerShdw>
            </a:effectLst>
          </p:spPr>
          <p:txBody>
            <a:bodyPr spcFirstLastPara="1" wrap="square" lIns="91425" tIns="54850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/>
            </a:p>
          </p:txBody>
        </p:sp>
      </p:grpSp>
    </p:spTree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/>
        </p:nvSpPr>
        <p:spPr>
          <a:xfrm>
            <a:off x="1084970" y="123753"/>
            <a:ext cx="9937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400"/>
              <a:buFont typeface="Source Sans Pro"/>
              <a:buNone/>
            </a:pPr>
            <a:r>
              <a:rPr lang="en" sz="4000" b="1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Interim</a:t>
            </a:r>
            <a:endParaRPr b="1">
              <a:solidFill>
                <a:srgbClr val="4B4B4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62" name="Google Shape;16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975" y="1730325"/>
            <a:ext cx="10032252" cy="438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1"/>
          <p:cNvSpPr txBox="1"/>
          <p:nvPr/>
        </p:nvSpPr>
        <p:spPr>
          <a:xfrm>
            <a:off x="4553325" y="2161700"/>
            <a:ext cx="2000700" cy="58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Expanded Version</a:t>
            </a:r>
            <a:endParaRPr b="1" u="sng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7B39A203-C032-6344-B465-29F9821B0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2"/>
            <a:ext cx="12192000" cy="6851435"/>
          </a:xfrm>
          <a:prstGeom prst="rect">
            <a:avLst/>
          </a:prstGeom>
        </p:spPr>
      </p:pic>
    </p:spTree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>
            <a:spLocks noGrp="1"/>
          </p:cNvSpPr>
          <p:nvPr>
            <p:ph type="body" idx="4294967295"/>
          </p:nvPr>
        </p:nvSpPr>
        <p:spPr>
          <a:xfrm>
            <a:off x="1084820" y="1779633"/>
            <a:ext cx="99381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0" tIns="121850" rIns="121850" bIns="121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At Launch, all marketing messaging will be sent via Iterable</a:t>
            </a:r>
            <a:endParaRPr sz="2400">
              <a:solidFill>
                <a:schemeClr val="dk1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This Includes:</a:t>
            </a:r>
            <a:endParaRPr sz="2400">
              <a:solidFill>
                <a:schemeClr val="dk1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 Light"/>
              <a:buChar char="●"/>
            </a:pPr>
            <a:r>
              <a:rPr lang="en" sz="1400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Quote Journey [Automated]</a:t>
            </a:r>
            <a:endParaRPr sz="1400">
              <a:solidFill>
                <a:schemeClr val="dk1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 Light"/>
              <a:buChar char="●"/>
            </a:pPr>
            <a:r>
              <a:rPr lang="en" sz="1400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Customer Journey [Automated]</a:t>
            </a:r>
            <a:endParaRPr sz="1400">
              <a:solidFill>
                <a:schemeClr val="dk1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 Light"/>
              <a:buChar char="●"/>
            </a:pPr>
            <a:r>
              <a:rPr lang="en" sz="1400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rPr>
              <a:t>Marketing Announcements [Manual]</a:t>
            </a:r>
            <a:endParaRPr sz="1400">
              <a:solidFill>
                <a:schemeClr val="dk1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1084970" y="123753"/>
            <a:ext cx="9937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85C"/>
              </a:buClr>
              <a:buSzPts val="1400"/>
              <a:buFont typeface="Source Sans Pro"/>
              <a:buNone/>
            </a:pPr>
            <a:r>
              <a:rPr lang="en" sz="4000" b="1">
                <a:solidFill>
                  <a:srgbClr val="4B4B4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Go Live</a:t>
            </a:r>
            <a:endParaRPr b="1">
              <a:solidFill>
                <a:srgbClr val="4B4B4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Widescreen</PresentationFormat>
  <Paragraphs>51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cp:lastModifiedBy>Christopher Cooper</cp:lastModifiedBy>
  <cp:revision>3</cp:revision>
  <dcterms:modified xsi:type="dcterms:W3CDTF">2019-02-25T19:14:43Z</dcterms:modified>
</cp:coreProperties>
</file>